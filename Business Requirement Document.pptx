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u="sng" dirty="0"/>
              <a:t>Business Requirements Document (BRD)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</a:rPr>
              <a:t>Pizza Sales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Pizza Sales Analysis project is designed to </a:t>
            </a:r>
            <a:r>
              <a:rPr dirty="0" err="1"/>
              <a:t>analyse</a:t>
            </a:r>
            <a:r>
              <a:rPr dirty="0"/>
              <a:t> transactional sales data from a pizza store.</a:t>
            </a:r>
          </a:p>
          <a:p>
            <a:pPr lvl="1"/>
            <a:r>
              <a:rPr dirty="0"/>
              <a:t>The goal is to identify key business insights, trends, and KPIs that will help management make informed decisions related to sales, marketing, and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Business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85735"/>
          </a:xfrm>
        </p:spPr>
        <p:txBody>
          <a:bodyPr>
            <a:noAutofit/>
          </a:bodyPr>
          <a:lstStyle/>
          <a:p>
            <a:r>
              <a:rPr sz="2400" dirty="0"/>
              <a:t>Identify overall revenue, total pizzas sold, and total number of orders.</a:t>
            </a:r>
          </a:p>
          <a:p>
            <a:pPr lvl="1"/>
            <a:r>
              <a:rPr sz="2400" dirty="0"/>
              <a:t>Determine sales distribution by pizza category, size, and type.</a:t>
            </a:r>
          </a:p>
          <a:p>
            <a:pPr lvl="1"/>
            <a:r>
              <a:rPr sz="2400" dirty="0" err="1"/>
              <a:t>Analyse</a:t>
            </a:r>
            <a:r>
              <a:rPr sz="2400" dirty="0"/>
              <a:t> time-based trends in sales (daily, monthly, and yearly).</a:t>
            </a:r>
          </a:p>
          <a:p>
            <a:pPr lvl="1"/>
            <a:r>
              <a:rPr sz="2400" dirty="0"/>
              <a:t>Highlight best-selling and least-selling pizzas by revenue and quantity.</a:t>
            </a:r>
          </a:p>
          <a:p>
            <a:pPr lvl="1"/>
            <a:r>
              <a:rPr sz="2400" dirty="0"/>
              <a:t>Understand customer purchasing </a:t>
            </a:r>
            <a:r>
              <a:rPr sz="2400" dirty="0" err="1"/>
              <a:t>behaviour</a:t>
            </a:r>
            <a:r>
              <a:rPr sz="2400" dirty="0"/>
              <a:t> through Average Order Value (AOV) and Average Pizza per Order.</a:t>
            </a:r>
          </a:p>
          <a:p>
            <a:pPr lvl="1"/>
            <a:r>
              <a:rPr sz="2400" dirty="0"/>
              <a:t>Provide visualization dashboards for effective decision-making.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Data Source &amp;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Dataset: pizza_sales.csv</a:t>
            </a:r>
          </a:p>
          <a:p>
            <a:pPr lvl="1"/>
            <a:r>
              <a:rPr sz="2400" dirty="0"/>
              <a:t>Key fields:</a:t>
            </a:r>
          </a:p>
          <a:p>
            <a:pPr lvl="1"/>
            <a:r>
              <a:rPr sz="2400" dirty="0"/>
              <a:t>• </a:t>
            </a:r>
            <a:r>
              <a:rPr sz="2400" dirty="0" err="1"/>
              <a:t>order_id</a:t>
            </a:r>
            <a:r>
              <a:rPr sz="2400" dirty="0"/>
              <a:t> → Unique identifier for each order</a:t>
            </a:r>
          </a:p>
          <a:p>
            <a:pPr lvl="1"/>
            <a:r>
              <a:rPr sz="2400" dirty="0"/>
              <a:t>• </a:t>
            </a:r>
            <a:r>
              <a:rPr sz="2400" dirty="0" err="1"/>
              <a:t>pizza_id</a:t>
            </a:r>
            <a:r>
              <a:rPr sz="2400" dirty="0"/>
              <a:t> → Unique identifier for each pizza</a:t>
            </a:r>
          </a:p>
          <a:p>
            <a:pPr lvl="1"/>
            <a:r>
              <a:rPr sz="2400" dirty="0"/>
              <a:t>• </a:t>
            </a:r>
            <a:r>
              <a:rPr sz="2400" dirty="0" err="1"/>
              <a:t>pizza_name</a:t>
            </a:r>
            <a:r>
              <a:rPr sz="2400" dirty="0"/>
              <a:t> → Name of the pizza sold</a:t>
            </a:r>
          </a:p>
          <a:p>
            <a:pPr lvl="1"/>
            <a:r>
              <a:rPr sz="2400" dirty="0"/>
              <a:t>• quantity → Number of pizzas sold per order</a:t>
            </a:r>
          </a:p>
          <a:p>
            <a:pPr lvl="1"/>
            <a:r>
              <a:rPr sz="2400" dirty="0"/>
              <a:t>• </a:t>
            </a:r>
            <a:r>
              <a:rPr sz="2400" dirty="0" err="1"/>
              <a:t>total_price</a:t>
            </a:r>
            <a:r>
              <a:rPr sz="2400" dirty="0"/>
              <a:t> → Total revenue for each transaction</a:t>
            </a:r>
          </a:p>
          <a:p>
            <a:pPr lvl="1"/>
            <a:r>
              <a:rPr sz="2400" dirty="0"/>
              <a:t>• date, time → Order timestamp for time-based analysis</a:t>
            </a:r>
          </a:p>
          <a:p>
            <a:pPr lvl="1"/>
            <a:r>
              <a:rPr sz="2400" dirty="0"/>
              <a:t>• </a:t>
            </a:r>
            <a:r>
              <a:rPr sz="2400" dirty="0" err="1"/>
              <a:t>pizza_category</a:t>
            </a:r>
            <a:r>
              <a:rPr sz="2400" dirty="0"/>
              <a:t>, </a:t>
            </a:r>
            <a:r>
              <a:rPr sz="2400" dirty="0" err="1"/>
              <a:t>pizza_size</a:t>
            </a:r>
            <a:r>
              <a:rPr sz="2400" dirty="0"/>
              <a:t> → Attributes for pizza classification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Key Performance Indicators (KPIs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Revenue = Sum of total_price</a:t>
            </a:r>
          </a:p>
          <a:p>
            <a:pPr lvl="1"/>
            <a:r>
              <a:t>Total Pizzas Sold = Sum of quantity</a:t>
            </a:r>
          </a:p>
          <a:p>
            <a:pPr lvl="1"/>
            <a:r>
              <a:t>Total Orders = Count of unique order_id</a:t>
            </a:r>
          </a:p>
          <a:p>
            <a:pPr lvl="1"/>
            <a:r>
              <a:t>Average Order Value (AOV) = Total Revenue ÷ Total Orders</a:t>
            </a:r>
          </a:p>
          <a:p>
            <a:pPr lvl="1"/>
            <a:r>
              <a:t>Average Pizza per Order = Total Pizzas Sold ÷ Total Orders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Analysis &amp;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Ingredient Analysis: Identify most frequently used ingredients.</a:t>
            </a:r>
          </a:p>
          <a:p>
            <a:pPr lvl="1"/>
            <a:r>
              <a:rPr sz="2000" dirty="0"/>
              <a:t>Daily Trend: Line/bar chart for sales by day of week.</a:t>
            </a:r>
          </a:p>
          <a:p>
            <a:pPr lvl="1"/>
            <a:r>
              <a:rPr sz="2000" dirty="0"/>
              <a:t>Hourly Trend: Sales by hour of day.</a:t>
            </a:r>
          </a:p>
          <a:p>
            <a:pPr lvl="1"/>
            <a:r>
              <a:rPr sz="2000" dirty="0"/>
              <a:t>Monthly Trend: Monthly revenue and orders, seasonal patterns.</a:t>
            </a:r>
          </a:p>
          <a:p>
            <a:pPr lvl="1"/>
            <a:r>
              <a:rPr sz="2000" dirty="0"/>
              <a:t>% Sales by Category: Revenue &amp; quantity by category.</a:t>
            </a:r>
          </a:p>
          <a:p>
            <a:pPr lvl="1"/>
            <a:r>
              <a:rPr sz="2000" dirty="0"/>
              <a:t>% Sales by Pizza Size &amp; Category: Revenue &amp; quantity by size.</a:t>
            </a:r>
          </a:p>
          <a:p>
            <a:pPr lvl="1"/>
            <a:r>
              <a:rPr sz="2000" dirty="0"/>
              <a:t>Total Pizzas Sold by Pizza Category: Inventory management insights.</a:t>
            </a:r>
          </a:p>
          <a:p>
            <a:pPr lvl="1"/>
            <a:r>
              <a:rPr sz="2000" dirty="0"/>
              <a:t>Top 5 Best-Selling Pizzas: Highest sales by revenue/orders/quantity.</a:t>
            </a:r>
          </a:p>
          <a:p>
            <a:pPr lvl="1"/>
            <a:r>
              <a:rPr sz="2000" dirty="0"/>
              <a:t>Bottom 5 Least-Selling Pizzas: Lowest-performing pizzas.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Business Questions Answered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What is the total revenue generated?</a:t>
            </a:r>
          </a:p>
          <a:p>
            <a:pPr lvl="1"/>
            <a:r>
              <a:rPr sz="2400" dirty="0"/>
              <a:t>How many pizzas were sold in total?</a:t>
            </a:r>
          </a:p>
          <a:p>
            <a:pPr lvl="1"/>
            <a:r>
              <a:rPr sz="2400" dirty="0"/>
              <a:t>Which category and size of pizzas perform best?</a:t>
            </a:r>
          </a:p>
          <a:p>
            <a:pPr lvl="1"/>
            <a:r>
              <a:rPr sz="2400" dirty="0"/>
              <a:t>Which pizzas are the top and bottom performers?</a:t>
            </a:r>
          </a:p>
          <a:p>
            <a:pPr lvl="1"/>
            <a:r>
              <a:rPr sz="2400" dirty="0"/>
              <a:t>What is the average order value and average pizzas per order?</a:t>
            </a:r>
          </a:p>
          <a:p>
            <a:pPr lvl="1"/>
            <a:r>
              <a:rPr sz="2400" dirty="0"/>
              <a:t>What are the sales trends by day, month, and time of day?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dirty="0"/>
              <a:t>Visualizations (bar charts, line charts, trend charts).</a:t>
            </a:r>
          </a:p>
          <a:p>
            <a:pPr lvl="1"/>
            <a:r>
              <a:rPr dirty="0"/>
              <a:t>Business Requirements Document (BRD).</a:t>
            </a:r>
          </a:p>
          <a:p>
            <a:pPr lvl="1"/>
            <a:r>
              <a:rPr dirty="0"/>
              <a:t>Insights and recommendations for management.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Focus marketing on high-performing categories.</a:t>
            </a:r>
          </a:p>
          <a:p>
            <a:pPr lvl="1"/>
            <a:r>
              <a:rPr sz="2000" dirty="0"/>
              <a:t>Optimize the menu by reconsidering least-selling pizzas.</a:t>
            </a:r>
          </a:p>
          <a:p>
            <a:pPr lvl="1"/>
            <a:r>
              <a:rPr sz="2000" dirty="0"/>
              <a:t>Plan inventory and staffing based on sales peaks.</a:t>
            </a:r>
          </a:p>
          <a:p>
            <a:pPr lvl="1"/>
            <a:r>
              <a:rPr sz="2000" dirty="0"/>
              <a:t>Monitor KPIs regularly through dashboards for continuous improvement.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497</Words>
  <Application>Microsoft Office PowerPoint</Application>
  <PresentationFormat>On-screen Show (4:3)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Business Requirements Document (BRD)</vt:lpstr>
      <vt:lpstr>Project Overview</vt:lpstr>
      <vt:lpstr>Business Objectives</vt:lpstr>
      <vt:lpstr>Data Source &amp; Description</vt:lpstr>
      <vt:lpstr>Key Performance Indicators (KPIs)</vt:lpstr>
      <vt:lpstr>Analysis &amp; Visualizations</vt:lpstr>
      <vt:lpstr>Business Questions Answered</vt:lpstr>
      <vt:lpstr>Deliverables</vt:lpstr>
      <vt:lpstr>Conclusion &amp;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2025-11-27T15:16:57Z</dcterms:modified>
  <cp:category/>
</cp:coreProperties>
</file>